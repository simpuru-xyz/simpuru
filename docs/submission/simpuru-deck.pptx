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impuru-demo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1520" y="274320"/>
            <a:ext cx="10728960" cy="6035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